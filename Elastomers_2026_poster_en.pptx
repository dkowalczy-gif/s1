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726" y="-6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5FEF1316-03DC-5DE4-73BB-78357FE751F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4200000"/>
            <a:ext cx="25200000" cy="1800000"/>
          </a:xfrm>
          <a:prstGeom prst="rect">
            <a:avLst/>
          </a:prstGeom>
        </p:spPr>
      </p:pic>
      <p:pic>
        <p:nvPicPr>
          <p:cNvPr id="8" name="Obraz 7" descr="Obraz zawierający czarne, ciemność&#10;&#10;Zawartość wygenerowana przez AI może być niepoprawna.">
            <a:extLst>
              <a:ext uri="{FF2B5EF4-FFF2-40B4-BE49-F238E27FC236}">
                <a16:creationId xmlns:a16="http://schemas.microsoft.com/office/drawing/2014/main" id="{FDBA4817-3012-65C3-D258-4836FE20B2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08" y="34308000"/>
            <a:ext cx="2041869" cy="1620000"/>
          </a:xfrm>
          <a:prstGeom prst="rect">
            <a:avLst/>
          </a:prstGeom>
        </p:spPr>
      </p:pic>
      <p:pic>
        <p:nvPicPr>
          <p:cNvPr id="16" name="Obraz 15" descr="Obraz zawierający zrzut ekranu, zieleń, Kolor morski, woda&#10;&#10;Zawartość wygenerowana przez AI może być niepoprawna.">
            <a:extLst>
              <a:ext uri="{FF2B5EF4-FFF2-40B4-BE49-F238E27FC236}">
                <a16:creationId xmlns:a16="http://schemas.microsoft.com/office/drawing/2014/main" id="{22302ECF-6F21-2E8E-A014-D1F0B043E4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5200000" cy="3610744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F7A9BDA4-241B-58C9-5EAE-CC4D96925DCC}"/>
              </a:ext>
            </a:extLst>
          </p:cNvPr>
          <p:cNvSpPr txBox="1"/>
          <p:nvPr userDrawn="1"/>
        </p:nvSpPr>
        <p:spPr>
          <a:xfrm>
            <a:off x="3780000" y="34416000"/>
            <a:ext cx="5291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i="0" u="none" strike="noStrike" baseline="0" dirty="0">
                <a:latin typeface="Verdana" panose="020B0604030504040204" pitchFamily="34" charset="0"/>
              </a:rPr>
              <a:t>19</a:t>
            </a:r>
            <a:r>
              <a:rPr lang="pl-PL" sz="2400" b="1" i="0" u="none" strike="noStrike" baseline="30000" dirty="0">
                <a:latin typeface="Verdana" panose="020B0604030504040204" pitchFamily="34" charset="0"/>
              </a:rPr>
              <a:t>th</a:t>
            </a:r>
            <a:r>
              <a:rPr lang="pl-PL" sz="2400" b="1" i="0" u="none" strike="noStrike" baseline="0" dirty="0">
                <a:latin typeface="Verdana" panose="020B0604030504040204" pitchFamily="34" charset="0"/>
              </a:rPr>
              <a:t> International Conference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797ABE5-1367-3B33-40BD-11DD49D1BB59}"/>
              </a:ext>
            </a:extLst>
          </p:cNvPr>
          <p:cNvSpPr txBox="1"/>
          <p:nvPr userDrawn="1"/>
        </p:nvSpPr>
        <p:spPr>
          <a:xfrm>
            <a:off x="10475722" y="34887167"/>
            <a:ext cx="10265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none" strike="noStrike" baseline="0" dirty="0">
                <a:latin typeface="Verdana" panose="020B0604030504040204" pitchFamily="34" charset="0"/>
              </a:rPr>
              <a:t>Connected with rubber – elastomers today and tomorrow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70120B0-3075-7D39-B047-413D6CFAAD03}"/>
              </a:ext>
            </a:extLst>
          </p:cNvPr>
          <p:cNvSpPr txBox="1"/>
          <p:nvPr userDrawn="1"/>
        </p:nvSpPr>
        <p:spPr>
          <a:xfrm>
            <a:off x="21047219" y="35348832"/>
            <a:ext cx="35835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0" i="0" u="none" strike="noStrike" baseline="0" dirty="0" err="1">
                <a:latin typeface="Verdana" panose="020B0604030504040204" pitchFamily="34" charset="0"/>
                <a:ea typeface="Verdana" panose="020B0604030504040204" pitchFamily="34" charset="0"/>
              </a:rPr>
              <a:t>Warsaw</a:t>
            </a:r>
            <a:r>
              <a:rPr lang="pl-PL" sz="2000" b="0" i="0" u="none" strike="noStrike" baseline="0" dirty="0">
                <a:latin typeface="Verdana" panose="020B0604030504040204" pitchFamily="34" charset="0"/>
                <a:ea typeface="Verdana" panose="020B0604030504040204" pitchFamily="34" charset="0"/>
              </a:rPr>
              <a:t>, May 27-29, 2026</a:t>
            </a:r>
          </a:p>
        </p:txBody>
      </p:sp>
      <p:graphicFrame>
        <p:nvGraphicFramePr>
          <p:cNvPr id="5" name="Obiekt 4">
            <a:extLst>
              <a:ext uri="{FF2B5EF4-FFF2-40B4-BE49-F238E27FC236}">
                <a16:creationId xmlns:a16="http://schemas.microsoft.com/office/drawing/2014/main" id="{6D78894F-A97E-CD68-D078-D79D21393923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755792191"/>
              </p:ext>
            </p:extLst>
          </p:nvPr>
        </p:nvGraphicFramePr>
        <p:xfrm>
          <a:off x="3132461" y="35094328"/>
          <a:ext cx="6300000" cy="792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5" imgW="2876456" imgH="362130" progId="ACD.ChemSketch.20">
                  <p:embed/>
                </p:oleObj>
              </mc:Choice>
              <mc:Fallback>
                <p:oleObj name="ChemSketch" r:id="rId5" imgW="2876456" imgH="362130" progId="ACD.ChemSketch.20">
                  <p:embed/>
                  <p:pic>
                    <p:nvPicPr>
                      <p:cNvPr id="2" name="Obiekt 1">
                        <a:extLst>
                          <a:ext uri="{FF2B5EF4-FFF2-40B4-BE49-F238E27FC236}">
                            <a16:creationId xmlns:a16="http://schemas.microsoft.com/office/drawing/2014/main" id="{E41EE002-C0A3-3D18-7E15-AB8923FEF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2461" y="35094328"/>
                        <a:ext cx="6300000" cy="792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113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54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45341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Motyw pakietu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yw pakietu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0</Words>
  <Application>Microsoft Office PowerPoint</Application>
  <PresentationFormat>Niestandardowy</PresentationFormat>
  <Paragraphs>0</Paragraphs>
  <Slides>1</Slides>
  <Notes>0</Notes>
  <HiddenSlides>0</HiddenSlides>
  <MMClips>0</MMClips>
  <ScaleCrop>false</ScaleCrop>
  <HeadingPairs>
    <vt:vector size="8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Arial</vt:lpstr>
      <vt:lpstr>Verdana</vt:lpstr>
      <vt:lpstr>Motyw pakietu Office</vt:lpstr>
      <vt:lpstr>ChemSketch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Kazimierz Dąbrowski | Łukasiewicz – IMPIB</dc:creator>
  <cp:lastModifiedBy>Kazimierz Dąbrowski | Łukasiewicz – IMPIB</cp:lastModifiedBy>
  <cp:revision>7</cp:revision>
  <dcterms:created xsi:type="dcterms:W3CDTF">2025-09-26T06:12:19Z</dcterms:created>
  <dcterms:modified xsi:type="dcterms:W3CDTF">2025-09-30T12:51:48Z</dcterms:modified>
</cp:coreProperties>
</file>