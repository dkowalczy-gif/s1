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9" d="100"/>
          <a:sy n="19" d="100"/>
        </p:scale>
        <p:origin x="320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5FEF1316-03DC-5DE4-73BB-78357FE751F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4200000"/>
            <a:ext cx="25200000" cy="1800000"/>
          </a:xfrm>
          <a:prstGeom prst="rect">
            <a:avLst/>
          </a:prstGeom>
        </p:spPr>
      </p:pic>
      <p:pic>
        <p:nvPicPr>
          <p:cNvPr id="8" name="Obraz 7" descr="Obraz zawierający czarne, ciemność&#10;&#10;Zawartość wygenerowana przez AI może być niepoprawna.">
            <a:extLst>
              <a:ext uri="{FF2B5EF4-FFF2-40B4-BE49-F238E27FC236}">
                <a16:creationId xmlns:a16="http://schemas.microsoft.com/office/drawing/2014/main" id="{FDBA4817-3012-65C3-D258-4836FE20B2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08" y="34308000"/>
            <a:ext cx="2041869" cy="1620000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C5465F4B-91A5-9267-F201-6F0FF3A6000D}"/>
              </a:ext>
            </a:extLst>
          </p:cNvPr>
          <p:cNvSpPr txBox="1"/>
          <p:nvPr userDrawn="1"/>
        </p:nvSpPr>
        <p:spPr>
          <a:xfrm>
            <a:off x="3530583" y="34385361"/>
            <a:ext cx="6019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latin typeface="Verdana" panose="020B0604030504040204" pitchFamily="34" charset="0"/>
              </a:rPr>
              <a:t>19. Międzynarodowa Konferencja</a:t>
            </a:r>
          </a:p>
        </p:txBody>
      </p:sp>
      <p:graphicFrame>
        <p:nvGraphicFramePr>
          <p:cNvPr id="10" name="Obiekt 9">
            <a:extLst>
              <a:ext uri="{FF2B5EF4-FFF2-40B4-BE49-F238E27FC236}">
                <a16:creationId xmlns:a16="http://schemas.microsoft.com/office/drawing/2014/main" id="{4E3F1C55-350A-A0C0-5793-765DBA3FDB63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560313943"/>
              </p:ext>
            </p:extLst>
          </p:nvPr>
        </p:nvGraphicFramePr>
        <p:xfrm>
          <a:off x="3390085" y="35032387"/>
          <a:ext cx="6300000" cy="792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4" imgW="2876803" imgH="361783" progId="ACD.ChemSketch.20">
                  <p:embed/>
                </p:oleObj>
              </mc:Choice>
              <mc:Fallback>
                <p:oleObj name="ChemSketch" r:id="rId4" imgW="2876803" imgH="361783" progId="ACD.ChemSketch.20">
                  <p:embed/>
                  <p:pic>
                    <p:nvPicPr>
                      <p:cNvPr id="10" name="Obiekt 9">
                        <a:extLst>
                          <a:ext uri="{FF2B5EF4-FFF2-40B4-BE49-F238E27FC236}">
                            <a16:creationId xmlns:a16="http://schemas.microsoft.com/office/drawing/2014/main" id="{109EA112-349B-5CFF-803C-3CBBFA8FE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90085" y="35032387"/>
                        <a:ext cx="6300000" cy="792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90547D8-A236-6057-6E92-ABFC14EA773C}"/>
              </a:ext>
            </a:extLst>
          </p:cNvPr>
          <p:cNvSpPr txBox="1"/>
          <p:nvPr userDrawn="1"/>
        </p:nvSpPr>
        <p:spPr>
          <a:xfrm>
            <a:off x="11375609" y="34838390"/>
            <a:ext cx="9960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i="1" dirty="0">
                <a:latin typeface="Verdana" panose="020B0604030504040204" pitchFamily="34" charset="0"/>
              </a:rPr>
              <a:t>Związani z gumą – elastomery dziś i jutro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6C10C6A-80BD-6B6D-4384-D4552E5D8780}"/>
              </a:ext>
            </a:extLst>
          </p:cNvPr>
          <p:cNvSpPr txBox="1"/>
          <p:nvPr userDrawn="1"/>
        </p:nvSpPr>
        <p:spPr>
          <a:xfrm>
            <a:off x="20944493" y="35425021"/>
            <a:ext cx="3581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>
                <a:latin typeface="Verdana" panose="020B0604030504040204" pitchFamily="34" charset="0"/>
                <a:ea typeface="Verdana" panose="020B0604030504040204" pitchFamily="34" charset="0"/>
              </a:rPr>
              <a:t>Warszawa, 27-29.05.2026</a:t>
            </a:r>
          </a:p>
        </p:txBody>
      </p:sp>
      <p:pic>
        <p:nvPicPr>
          <p:cNvPr id="16" name="Obraz 15" descr="Obraz zawierający zrzut ekranu, zieleń, Kolor morski, woda&#10;&#10;Zawartość wygenerowana przez AI może być niepoprawna.">
            <a:extLst>
              <a:ext uri="{FF2B5EF4-FFF2-40B4-BE49-F238E27FC236}">
                <a16:creationId xmlns:a16="http://schemas.microsoft.com/office/drawing/2014/main" id="{22302ECF-6F21-2E8E-A014-D1F0B043E44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5200000" cy="36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3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45341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0</Words>
  <Application>Microsoft Office PowerPoint</Application>
  <PresentationFormat>Niestandardowy</PresentationFormat>
  <Paragraphs>0</Paragraphs>
  <Slides>1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Verdana</vt:lpstr>
      <vt:lpstr>Motyw pakietu Office</vt:lpstr>
      <vt:lpstr>ChemSketch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Kazimierz Dąbrowski | Łukasiewicz – IMPIB</dc:creator>
  <cp:lastModifiedBy>Kazimierz Dąbrowski | Łukasiewicz – IMPIB</cp:lastModifiedBy>
  <cp:revision>6</cp:revision>
  <dcterms:created xsi:type="dcterms:W3CDTF">2025-09-26T06:12:19Z</dcterms:created>
  <dcterms:modified xsi:type="dcterms:W3CDTF">2025-09-29T12:59:25Z</dcterms:modified>
</cp:coreProperties>
</file>